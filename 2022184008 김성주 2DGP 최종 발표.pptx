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A268E8-CA76-4929-B21F-ADA4B87A5944}" v="46" dt="2025-12-06T06:49:14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43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821023713937" userId="4f4be03d0d3ca637" providerId="LiveId" clId="{05A86FB2-84D4-43F3-962D-3C19F40D0993}"/>
    <pc:docChg chg="undo custSel addSld delSld modSld sldOrd">
      <pc:chgData name="821023713937" userId="4f4be03d0d3ca637" providerId="LiveId" clId="{05A86FB2-84D4-43F3-962D-3C19F40D0993}" dt="2025-12-06T06:52:24.556" v="3319" actId="1076"/>
      <pc:docMkLst>
        <pc:docMk/>
      </pc:docMkLst>
      <pc:sldChg chg="modSp">
        <pc:chgData name="821023713937" userId="4f4be03d0d3ca637" providerId="LiveId" clId="{05A86FB2-84D4-43F3-962D-3C19F40D0993}" dt="2025-12-06T02:50:35.089" v="654"/>
        <pc:sldMkLst>
          <pc:docMk/>
          <pc:sldMk cId="2084021278" sldId="259"/>
        </pc:sldMkLst>
        <pc:spChg chg="mod">
          <ac:chgData name="821023713937" userId="4f4be03d0d3ca637" providerId="LiveId" clId="{05A86FB2-84D4-43F3-962D-3C19F40D0993}" dt="2025-12-06T02:50:35.089" v="654"/>
          <ac:spMkLst>
            <pc:docMk/>
            <pc:sldMk cId="2084021278" sldId="259"/>
            <ac:spMk id="2" creationId="{39087CC4-CE0F-2C55-2AB4-5423B4914A6D}"/>
          </ac:spMkLst>
        </pc:spChg>
      </pc:sldChg>
      <pc:sldChg chg="addSp delSp modSp mod">
        <pc:chgData name="821023713937" userId="4f4be03d0d3ca637" providerId="LiveId" clId="{05A86FB2-84D4-43F3-962D-3C19F40D0993}" dt="2025-12-06T03:04:45.344" v="2587" actId="20577"/>
        <pc:sldMkLst>
          <pc:docMk/>
          <pc:sldMk cId="332992400" sldId="261"/>
        </pc:sldMkLst>
        <pc:graphicFrameChg chg="add mod modGraphic">
          <ac:chgData name="821023713937" userId="4f4be03d0d3ca637" providerId="LiveId" clId="{05A86FB2-84D4-43F3-962D-3C19F40D0993}" dt="2025-12-06T03:04:45.344" v="2587" actId="20577"/>
          <ac:graphicFrameMkLst>
            <pc:docMk/>
            <pc:sldMk cId="332992400" sldId="261"/>
            <ac:graphicFrameMk id="2" creationId="{64E1D458-1122-6263-CCDD-8986B9FBCA05}"/>
          </ac:graphicFrameMkLst>
        </pc:graphicFrameChg>
        <pc:graphicFrameChg chg="del modGraphic">
          <ac:chgData name="821023713937" userId="4f4be03d0d3ca637" providerId="LiveId" clId="{05A86FB2-84D4-43F3-962D-3C19F40D0993}" dt="2025-12-06T02:48:40.094" v="595" actId="478"/>
          <ac:graphicFrameMkLst>
            <pc:docMk/>
            <pc:sldMk cId="332992400" sldId="261"/>
            <ac:graphicFrameMk id="6" creationId="{ADD8DDE7-138E-9B73-3D01-E91A54A824EE}"/>
          </ac:graphicFrameMkLst>
        </pc:graphicFrameChg>
      </pc:sldChg>
      <pc:sldChg chg="del">
        <pc:chgData name="821023713937" userId="4f4be03d0d3ca637" providerId="LiveId" clId="{05A86FB2-84D4-43F3-962D-3C19F40D0993}" dt="2025-12-06T02:49:07.966" v="637" actId="47"/>
        <pc:sldMkLst>
          <pc:docMk/>
          <pc:sldMk cId="2691148224" sldId="262"/>
        </pc:sldMkLst>
      </pc:sldChg>
      <pc:sldChg chg="modSp mod ord">
        <pc:chgData name="821023713937" userId="4f4be03d0d3ca637" providerId="LiveId" clId="{05A86FB2-84D4-43F3-962D-3C19F40D0993}" dt="2025-12-06T06:39:33.543" v="3028"/>
        <pc:sldMkLst>
          <pc:docMk/>
          <pc:sldMk cId="222353441" sldId="263"/>
        </pc:sldMkLst>
        <pc:spChg chg="mod">
          <ac:chgData name="821023713937" userId="4f4be03d0d3ca637" providerId="LiveId" clId="{05A86FB2-84D4-43F3-962D-3C19F40D0993}" dt="2025-12-06T01:37:49.108" v="243" actId="1076"/>
          <ac:spMkLst>
            <pc:docMk/>
            <pc:sldMk cId="222353441" sldId="263"/>
            <ac:spMk id="5" creationId="{5C47E355-1EBA-EAEC-DBAF-258ADACEE8AE}"/>
          </ac:spMkLst>
        </pc:spChg>
      </pc:sldChg>
      <pc:sldChg chg="addSp delSp modSp new del mod">
        <pc:chgData name="821023713937" userId="4f4be03d0d3ca637" providerId="LiveId" clId="{05A86FB2-84D4-43F3-962D-3C19F40D0993}" dt="2025-12-06T02:49:05.738" v="636" actId="47"/>
        <pc:sldMkLst>
          <pc:docMk/>
          <pc:sldMk cId="681150507" sldId="264"/>
        </pc:sldMkLst>
        <pc:spChg chg="del">
          <ac:chgData name="821023713937" userId="4f4be03d0d3ca637" providerId="LiveId" clId="{05A86FB2-84D4-43F3-962D-3C19F40D0993}" dt="2025-12-06T01:38:30.947" v="251" actId="478"/>
          <ac:spMkLst>
            <pc:docMk/>
            <pc:sldMk cId="681150507" sldId="264"/>
            <ac:spMk id="2" creationId="{4CB421BC-0CE0-E075-22AD-E7BECF632E2C}"/>
          </ac:spMkLst>
        </pc:spChg>
        <pc:spChg chg="del">
          <ac:chgData name="821023713937" userId="4f4be03d0d3ca637" providerId="LiveId" clId="{05A86FB2-84D4-43F3-962D-3C19F40D0993}" dt="2025-12-06T01:38:30.947" v="251" actId="478"/>
          <ac:spMkLst>
            <pc:docMk/>
            <pc:sldMk cId="681150507" sldId="264"/>
            <ac:spMk id="3" creationId="{2250B8D1-ACEB-36F5-C77B-C858480AD665}"/>
          </ac:spMkLst>
        </pc:spChg>
        <pc:graphicFrameChg chg="add mod">
          <ac:chgData name="821023713937" userId="4f4be03d0d3ca637" providerId="LiveId" clId="{05A86FB2-84D4-43F3-962D-3C19F40D0993}" dt="2025-12-06T01:38:24.232" v="250"/>
          <ac:graphicFrameMkLst>
            <pc:docMk/>
            <pc:sldMk cId="681150507" sldId="264"/>
            <ac:graphicFrameMk id="4" creationId="{EC60C67E-29A7-5F2A-875E-CECFD0BC10A3}"/>
          </ac:graphicFrameMkLst>
        </pc:graphicFrameChg>
        <pc:graphicFrameChg chg="add mod modGraphic">
          <ac:chgData name="821023713937" userId="4f4be03d0d3ca637" providerId="LiveId" clId="{05A86FB2-84D4-43F3-962D-3C19F40D0993}" dt="2025-12-06T02:44:14.797" v="594" actId="20577"/>
          <ac:graphicFrameMkLst>
            <pc:docMk/>
            <pc:sldMk cId="681150507" sldId="264"/>
            <ac:graphicFrameMk id="5" creationId="{655C6EDC-0897-88EF-2005-2121292927E2}"/>
          </ac:graphicFrameMkLst>
        </pc:graphicFrameChg>
      </pc:sldChg>
      <pc:sldChg chg="addSp delSp modSp new mod">
        <pc:chgData name="821023713937" userId="4f4be03d0d3ca637" providerId="LiveId" clId="{05A86FB2-84D4-43F3-962D-3C19F40D0993}" dt="2025-12-06T06:07:06.951" v="3026" actId="20577"/>
        <pc:sldMkLst>
          <pc:docMk/>
          <pc:sldMk cId="2766456793" sldId="264"/>
        </pc:sldMkLst>
        <pc:spChg chg="del">
          <ac:chgData name="821023713937" userId="4f4be03d0d3ca637" providerId="LiveId" clId="{05A86FB2-84D4-43F3-962D-3C19F40D0993}" dt="2025-12-06T02:49:28.198" v="639" actId="478"/>
          <ac:spMkLst>
            <pc:docMk/>
            <pc:sldMk cId="2766456793" sldId="264"/>
            <ac:spMk id="2" creationId="{808BF870-1AA2-DD52-1090-9B5E527ABBEF}"/>
          </ac:spMkLst>
        </pc:spChg>
        <pc:spChg chg="del">
          <ac:chgData name="821023713937" userId="4f4be03d0d3ca637" providerId="LiveId" clId="{05A86FB2-84D4-43F3-962D-3C19F40D0993}" dt="2025-12-06T02:49:28.198" v="639" actId="478"/>
          <ac:spMkLst>
            <pc:docMk/>
            <pc:sldMk cId="2766456793" sldId="264"/>
            <ac:spMk id="3" creationId="{113ECF76-FEA2-CB1E-EC67-17C5FFF6C025}"/>
          </ac:spMkLst>
        </pc:spChg>
        <pc:graphicFrameChg chg="add mod modGraphic">
          <ac:chgData name="821023713937" userId="4f4be03d0d3ca637" providerId="LiveId" clId="{05A86FB2-84D4-43F3-962D-3C19F40D0993}" dt="2025-12-06T06:07:06.951" v="3026" actId="20577"/>
          <ac:graphicFrameMkLst>
            <pc:docMk/>
            <pc:sldMk cId="2766456793" sldId="264"/>
            <ac:graphicFrameMk id="4" creationId="{78D14FDC-3041-0717-026D-77BF4A0A2168}"/>
          </ac:graphicFrameMkLst>
        </pc:graphicFrameChg>
        <pc:graphicFrameChg chg="add del">
          <ac:chgData name="821023713937" userId="4f4be03d0d3ca637" providerId="LiveId" clId="{05A86FB2-84D4-43F3-962D-3C19F40D0993}" dt="2025-12-06T02:50:58.047" v="658" actId="478"/>
          <ac:graphicFrameMkLst>
            <pc:docMk/>
            <pc:sldMk cId="2766456793" sldId="264"/>
            <ac:graphicFrameMk id="6" creationId="{78004BD1-B2C0-A7C6-93E9-8FB91C45E23C}"/>
          </ac:graphicFrameMkLst>
        </pc:graphicFrameChg>
        <pc:inkChg chg="add del">
          <ac:chgData name="821023713937" userId="4f4be03d0d3ca637" providerId="LiveId" clId="{05A86FB2-84D4-43F3-962D-3C19F40D0993}" dt="2025-12-06T02:50:45.454" v="656" actId="9405"/>
          <ac:inkMkLst>
            <pc:docMk/>
            <pc:sldMk cId="2766456793" sldId="264"/>
            <ac:inkMk id="5" creationId="{CA53F811-FD3B-9697-D650-6E47E501BDD0}"/>
          </ac:inkMkLst>
        </pc:inkChg>
        <pc:inkChg chg="add del">
          <ac:chgData name="821023713937" userId="4f4be03d0d3ca637" providerId="LiveId" clId="{05A86FB2-84D4-43F3-962D-3C19F40D0993}" dt="2025-12-06T02:51:00.405" v="660" actId="9405"/>
          <ac:inkMkLst>
            <pc:docMk/>
            <pc:sldMk cId="2766456793" sldId="264"/>
            <ac:inkMk id="7" creationId="{6386B51E-0C80-F908-5B2C-C324186BFF56}"/>
          </ac:inkMkLst>
        </pc:inkChg>
        <pc:inkChg chg="add">
          <ac:chgData name="821023713937" userId="4f4be03d0d3ca637" providerId="LiveId" clId="{05A86FB2-84D4-43F3-962D-3C19F40D0993}" dt="2025-12-06T02:51:04.863" v="661" actId="9405"/>
          <ac:inkMkLst>
            <pc:docMk/>
            <pc:sldMk cId="2766456793" sldId="264"/>
            <ac:inkMk id="8" creationId="{42486B4B-1F95-0F6D-3A73-0BEF2FE13838}"/>
          </ac:inkMkLst>
        </pc:inkChg>
      </pc:sldChg>
      <pc:sldChg chg="addSp delSp modSp new mod">
        <pc:chgData name="821023713937" userId="4f4be03d0d3ca637" providerId="LiveId" clId="{05A86FB2-84D4-43F3-962D-3C19F40D0993}" dt="2025-12-06T06:42:34.675" v="3039" actId="1076"/>
        <pc:sldMkLst>
          <pc:docMk/>
          <pc:sldMk cId="3125004381" sldId="265"/>
        </pc:sldMkLst>
        <pc:spChg chg="del mod">
          <ac:chgData name="821023713937" userId="4f4be03d0d3ca637" providerId="LiveId" clId="{05A86FB2-84D4-43F3-962D-3C19F40D0993}" dt="2025-12-06T06:42:16.020" v="3031" actId="478"/>
          <ac:spMkLst>
            <pc:docMk/>
            <pc:sldMk cId="3125004381" sldId="265"/>
            <ac:spMk id="2" creationId="{2576BA1B-3139-91B3-D6AB-11077C8EB7AA}"/>
          </ac:spMkLst>
        </pc:spChg>
        <pc:spChg chg="del">
          <ac:chgData name="821023713937" userId="4f4be03d0d3ca637" providerId="LiveId" clId="{05A86FB2-84D4-43F3-962D-3C19F40D0993}" dt="2025-12-06T06:42:14.858" v="3030" actId="478"/>
          <ac:spMkLst>
            <pc:docMk/>
            <pc:sldMk cId="3125004381" sldId="265"/>
            <ac:spMk id="3" creationId="{3C5CF9F0-7E74-4A7D-1FA9-E88FA8A48638}"/>
          </ac:spMkLst>
        </pc:spChg>
        <pc:spChg chg="add del mod">
          <ac:chgData name="821023713937" userId="4f4be03d0d3ca637" providerId="LiveId" clId="{05A86FB2-84D4-43F3-962D-3C19F40D0993}" dt="2025-12-06T06:42:18.177" v="3032" actId="478"/>
          <ac:spMkLst>
            <pc:docMk/>
            <pc:sldMk cId="3125004381" sldId="265"/>
            <ac:spMk id="7" creationId="{5B82F2F0-7392-7440-D9AE-B43689B32C65}"/>
          </ac:spMkLst>
        </pc:spChg>
        <pc:picChg chg="add mod">
          <ac:chgData name="821023713937" userId="4f4be03d0d3ca637" providerId="LiveId" clId="{05A86FB2-84D4-43F3-962D-3C19F40D0993}" dt="2025-12-06T06:42:34.675" v="3039" actId="1076"/>
          <ac:picMkLst>
            <pc:docMk/>
            <pc:sldMk cId="3125004381" sldId="265"/>
            <ac:picMk id="5" creationId="{A0EFBEE2-3D44-BC50-944E-B6F98602AD82}"/>
          </ac:picMkLst>
        </pc:picChg>
      </pc:sldChg>
      <pc:sldChg chg="addSp delSp modSp new mod">
        <pc:chgData name="821023713937" userId="4f4be03d0d3ca637" providerId="LiveId" clId="{05A86FB2-84D4-43F3-962D-3C19F40D0993}" dt="2025-12-06T06:52:24.556" v="3319" actId="1076"/>
        <pc:sldMkLst>
          <pc:docMk/>
          <pc:sldMk cId="1579189737" sldId="266"/>
        </pc:sldMkLst>
        <pc:spChg chg="del">
          <ac:chgData name="821023713937" userId="4f4be03d0d3ca637" providerId="LiveId" clId="{05A86FB2-84D4-43F3-962D-3C19F40D0993}" dt="2025-12-06T06:43:32.801" v="3042" actId="478"/>
          <ac:spMkLst>
            <pc:docMk/>
            <pc:sldMk cId="1579189737" sldId="266"/>
            <ac:spMk id="2" creationId="{BAB96B9C-7325-8CC2-7F31-D2927F1A21E2}"/>
          </ac:spMkLst>
        </pc:spChg>
        <pc:spChg chg="del">
          <ac:chgData name="821023713937" userId="4f4be03d0d3ca637" providerId="LiveId" clId="{05A86FB2-84D4-43F3-962D-3C19F40D0993}" dt="2025-12-06T06:43:30.303" v="3041" actId="3680"/>
          <ac:spMkLst>
            <pc:docMk/>
            <pc:sldMk cId="1579189737" sldId="266"/>
            <ac:spMk id="3" creationId="{AAF58550-4DF1-58F3-FBF3-9D7BE7D0B930}"/>
          </ac:spMkLst>
        </pc:spChg>
        <pc:graphicFrameChg chg="add mod ord modGraphic">
          <ac:chgData name="821023713937" userId="4f4be03d0d3ca637" providerId="LiveId" clId="{05A86FB2-84D4-43F3-962D-3C19F40D0993}" dt="2025-12-06T06:52:24.556" v="3319" actId="1076"/>
          <ac:graphicFrameMkLst>
            <pc:docMk/>
            <pc:sldMk cId="1579189737" sldId="266"/>
            <ac:graphicFrameMk id="4" creationId="{82E71764-914E-A4C7-EE3B-B9F93778CC42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6T02:51:04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07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02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12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60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950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41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161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76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590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79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12956-77AB-4BB2-9EF1-2678109B58A2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6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12956-77AB-4BB2-9EF1-2678109B58A2}" type="datetimeFigureOut">
              <a:rPr lang="ko-KR" altLang="en-US" smtClean="0"/>
              <a:t>2025-12-06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0B1FF-039B-4311-B748-9CC5D9B62E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73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AF22B-A358-2985-01A5-A2672AC76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5343" y="1321902"/>
            <a:ext cx="6861313" cy="795131"/>
          </a:xfrm>
        </p:spPr>
        <p:txBody>
          <a:bodyPr>
            <a:normAutofit/>
          </a:bodyPr>
          <a:lstStyle/>
          <a:p>
            <a:r>
              <a:rPr lang="en-US" altLang="ko-KR" sz="2400" b="1" dirty="0"/>
              <a:t>2D </a:t>
            </a:r>
            <a:r>
              <a:rPr lang="ko-KR" altLang="en-US" sz="2400" b="1" dirty="0"/>
              <a:t>게임 프로그래밍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779D7A-B712-A5CC-7207-352EC979B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3168" y="4877425"/>
            <a:ext cx="2885661" cy="387626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b="1" dirty="0"/>
              <a:t>2022184008</a:t>
            </a:r>
            <a:r>
              <a:rPr lang="ko-KR" altLang="en-US" b="1" dirty="0"/>
              <a:t> 김성주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14D7437-A348-00FE-22BD-CB0543AF64AE}"/>
              </a:ext>
            </a:extLst>
          </p:cNvPr>
          <p:cNvSpPr txBox="1">
            <a:spLocks/>
          </p:cNvSpPr>
          <p:nvPr/>
        </p:nvSpPr>
        <p:spPr>
          <a:xfrm>
            <a:off x="2665343" y="799202"/>
            <a:ext cx="6861313" cy="7951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/>
              <a:t>Drop Fight</a:t>
            </a:r>
            <a:endParaRPr lang="ko-KR" altLang="en-US" b="1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362B28B-01B8-E646-FA8C-59B5A1A821EF}"/>
              </a:ext>
            </a:extLst>
          </p:cNvPr>
          <p:cNvSpPr txBox="1">
            <a:spLocks/>
          </p:cNvSpPr>
          <p:nvPr/>
        </p:nvSpPr>
        <p:spPr>
          <a:xfrm>
            <a:off x="1705802" y="2951921"/>
            <a:ext cx="8780392" cy="79513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/>
              <a:t>떨어지는 장애물을 피해 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>
                <a:solidFill>
                  <a:srgbClr val="FF0000"/>
                </a:solidFill>
              </a:rPr>
              <a:t>상대방</a:t>
            </a:r>
            <a:r>
              <a:rPr lang="ko-KR" altLang="en-US" b="1" dirty="0"/>
              <a:t>과 싸워 이겨야 하는 대전 게임 </a:t>
            </a:r>
          </a:p>
        </p:txBody>
      </p:sp>
    </p:spTree>
    <p:extLst>
      <p:ext uri="{BB962C8B-B14F-4D97-AF65-F5344CB8AC3E}">
        <p14:creationId xmlns:p14="http://schemas.microsoft.com/office/powerpoint/2010/main" val="3963334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E90D5-10B0-F56C-80B3-DBE7DA322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965" y="404883"/>
            <a:ext cx="2710070" cy="1046232"/>
          </a:xfrm>
        </p:spPr>
        <p:txBody>
          <a:bodyPr/>
          <a:lstStyle/>
          <a:p>
            <a:r>
              <a:rPr lang="ko-KR" altLang="en-US" b="1" dirty="0"/>
              <a:t>게임 컨셉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03D99A7-26A7-7FAF-24CD-6152E228FE6A}"/>
              </a:ext>
            </a:extLst>
          </p:cNvPr>
          <p:cNvSpPr txBox="1">
            <a:spLocks/>
          </p:cNvSpPr>
          <p:nvPr/>
        </p:nvSpPr>
        <p:spPr>
          <a:xfrm>
            <a:off x="907772" y="3572086"/>
            <a:ext cx="1063155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/>
              <a:t>재미 요소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523CE054-9A6C-2DC4-66E0-F1FEF7CC6AB5}"/>
              </a:ext>
            </a:extLst>
          </p:cNvPr>
          <p:cNvSpPr txBox="1">
            <a:spLocks/>
          </p:cNvSpPr>
          <p:nvPr/>
        </p:nvSpPr>
        <p:spPr>
          <a:xfrm>
            <a:off x="907773" y="1451115"/>
            <a:ext cx="10631556" cy="104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/>
              <a:t>게임 컨셉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4DB59E3-1CAD-4523-4D60-4DF390551842}"/>
              </a:ext>
            </a:extLst>
          </p:cNvPr>
          <p:cNvSpPr txBox="1">
            <a:spLocks/>
          </p:cNvSpPr>
          <p:nvPr/>
        </p:nvSpPr>
        <p:spPr>
          <a:xfrm>
            <a:off x="907773" y="2158105"/>
            <a:ext cx="10631556" cy="104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/>
              <a:t>스테이지 내부에 떨어지는 다양한 장애물들을 피해 </a:t>
            </a:r>
            <a:endParaRPr lang="en-US" altLang="ko-KR" sz="2000" b="1" dirty="0"/>
          </a:p>
          <a:p>
            <a:r>
              <a:rPr lang="ko-KR" altLang="en-US" sz="2000" b="1" dirty="0"/>
              <a:t>상대방과 싸워 이겨야 하는 </a:t>
            </a:r>
            <a:r>
              <a:rPr lang="en-US" altLang="ko-KR" sz="2000" b="1" dirty="0"/>
              <a:t>2</a:t>
            </a:r>
            <a:r>
              <a:rPr lang="ko-KR" altLang="en-US" sz="2000" b="1" dirty="0"/>
              <a:t>인용 격투 게임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BA0B724-89C5-5E93-F1AA-A2B87F87B189}"/>
              </a:ext>
            </a:extLst>
          </p:cNvPr>
          <p:cNvSpPr txBox="1">
            <a:spLocks/>
          </p:cNvSpPr>
          <p:nvPr/>
        </p:nvSpPr>
        <p:spPr>
          <a:xfrm>
            <a:off x="907773" y="4374532"/>
            <a:ext cx="10631556" cy="1046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dirty="0" err="1"/>
              <a:t>랜덤한</a:t>
            </a:r>
            <a:r>
              <a:rPr lang="ko-KR" altLang="en-US" sz="2000" b="1" dirty="0"/>
              <a:t> 타이밍과 위치에 떨어지는 장애물을 피하는 긴박함</a:t>
            </a:r>
            <a:endParaRPr lang="en-US" altLang="ko-KR" sz="2000" b="1" dirty="0"/>
          </a:p>
          <a:p>
            <a:r>
              <a:rPr lang="ko-KR" altLang="en-US" sz="2000" b="1" dirty="0"/>
              <a:t>다양한 아이템의 각기 다른 능력을 통한 대전</a:t>
            </a:r>
          </a:p>
        </p:txBody>
      </p:sp>
    </p:spTree>
    <p:extLst>
      <p:ext uri="{BB962C8B-B14F-4D97-AF65-F5344CB8AC3E}">
        <p14:creationId xmlns:p14="http://schemas.microsoft.com/office/powerpoint/2010/main" val="3703241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4D73660-E6D4-8F14-3C3D-CE192AC6F6B5}"/>
              </a:ext>
            </a:extLst>
          </p:cNvPr>
          <p:cNvSpPr txBox="1">
            <a:spLocks/>
          </p:cNvSpPr>
          <p:nvPr/>
        </p:nvSpPr>
        <p:spPr>
          <a:xfrm>
            <a:off x="4740965" y="404883"/>
            <a:ext cx="2710070" cy="1046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/>
              <a:t>게임 진행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D6A8049-002D-6F12-3FFB-A86B65B3A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5519"/>
            <a:ext cx="472481" cy="4724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66A7AE-0AEB-0045-D584-AD96C60C4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80" y="6394029"/>
            <a:ext cx="472481" cy="4724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A708799-EA74-425F-AAAD-7DAA35EF7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62" y="6385519"/>
            <a:ext cx="472481" cy="4724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C013866-DD79-0004-E1B6-15EA04ACE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442" y="6394029"/>
            <a:ext cx="472481" cy="4724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F2E306-9DDD-FEC5-D499-93C722496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930" y="6385519"/>
            <a:ext cx="472481" cy="4724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3C89AB0-52AE-F844-EFD6-FFAF8E436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410" y="6375575"/>
            <a:ext cx="472481" cy="4724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0A1D01A-1D23-EBBB-8477-94AF75093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892" y="6385519"/>
            <a:ext cx="472481" cy="4724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8B57FE0-8642-3B7A-F80F-B757BCB77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373" y="6385518"/>
            <a:ext cx="472481" cy="47248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11100D3-3528-6BB2-5C6F-D383E7A5D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854" y="6375579"/>
            <a:ext cx="472481" cy="47248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5FF822B-0033-7130-9489-55EA9AACA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335" y="6375578"/>
            <a:ext cx="472481" cy="47248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B573637-9E5B-FDB6-6864-60C74DFD0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816" y="6375579"/>
            <a:ext cx="472481" cy="47248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CA0AE9C-F842-928D-9133-D3E72E5A2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297" y="6375578"/>
            <a:ext cx="472481" cy="47248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14C417F-B614-9429-2EC1-B3F77DD6B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784" y="6375579"/>
            <a:ext cx="472481" cy="47248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A8C7027-67BC-B7D7-4AC5-7B296E27E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265" y="6375578"/>
            <a:ext cx="472481" cy="47248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7BF82B9-FB0F-0472-8C41-23CEF74B0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746" y="6375579"/>
            <a:ext cx="472481" cy="47248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902E902-30FB-5B11-89E3-427CE0AC4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227" y="6375578"/>
            <a:ext cx="472481" cy="47248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DEEF227-EBFE-F196-457D-6A2992A5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708" y="6375578"/>
            <a:ext cx="472481" cy="47248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9D9EEDC-C92C-C103-BDD1-EFB0BB9F6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189" y="6375577"/>
            <a:ext cx="472481" cy="47248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DE4DAE0-396A-C6B7-1F90-58CEA5421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70" y="6375577"/>
            <a:ext cx="472481" cy="47248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F40326C5-259F-44D4-5396-B5375C227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151" y="6375576"/>
            <a:ext cx="472481" cy="47248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8D385769-030E-3F3A-7A97-A5C57B6C9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632" y="6375577"/>
            <a:ext cx="472481" cy="47248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FB72664-98FD-A91B-05AD-76C5701BE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113" y="6375576"/>
            <a:ext cx="472481" cy="472481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B2D9006E-92D8-9232-863F-02300D9D4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0600" y="6375577"/>
            <a:ext cx="472481" cy="47248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CFC47E4-7743-A790-AEBD-2898CE267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3081" y="6375576"/>
            <a:ext cx="472481" cy="47248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4CEACD01-AD30-39F5-DB4B-82F89BB27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562" y="6375577"/>
            <a:ext cx="472481" cy="472481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CBE5523-9A53-2601-ACDD-B68700EE2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043" y="6375576"/>
            <a:ext cx="472481" cy="47248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3180E457-C7AE-28B0-A9F8-AA2875A61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14886" y="5704155"/>
            <a:ext cx="833783" cy="805903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A2168DCE-78FD-873D-00C2-192BA454D6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484" y="5752617"/>
            <a:ext cx="640893" cy="686672"/>
          </a:xfrm>
          <a:prstGeom prst="rect">
            <a:avLst/>
          </a:prstGeom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1835C944-FC66-574C-20E3-62F8D00850DD}"/>
              </a:ext>
            </a:extLst>
          </p:cNvPr>
          <p:cNvSpPr txBox="1">
            <a:spLocks/>
          </p:cNvSpPr>
          <p:nvPr/>
        </p:nvSpPr>
        <p:spPr>
          <a:xfrm>
            <a:off x="3413920" y="4981404"/>
            <a:ext cx="5618781" cy="1046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/>
              <a:t>게임 시작 시 </a:t>
            </a:r>
            <a:r>
              <a:rPr lang="en-US" altLang="ko-KR" sz="1600" b="1" dirty="0"/>
              <a:t>2</a:t>
            </a:r>
            <a:r>
              <a:rPr lang="ko-KR" altLang="en-US" sz="1600" b="1" dirty="0"/>
              <a:t>명 플레이어가 조작 키를 이용한 격투를 진행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4191DDB-2250-4A37-86B6-ABB2969D0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1777" y="3429000"/>
            <a:ext cx="472481" cy="472481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061AFA21-CCB2-9029-D056-BA6C29D96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007" y="3428998"/>
            <a:ext cx="472481" cy="47248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EDDC1CB0-F2E0-B307-D403-441C6FADA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8983" y="3428998"/>
            <a:ext cx="472481" cy="472481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CD10FCA3-7C03-4CD1-18CC-2F35F1B95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9" y="3429000"/>
            <a:ext cx="472481" cy="47248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2DAC09E2-ADBC-F4A7-F263-4B6A29754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4399" y="3428998"/>
            <a:ext cx="472481" cy="47248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851D47DD-0F79-2DC6-63CD-CBC24B7F9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077" y="4508925"/>
            <a:ext cx="472481" cy="472481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911AFCA-2F2B-16E0-520A-6FE504F94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307" y="4508923"/>
            <a:ext cx="472481" cy="472481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6733ED38-C979-C3F0-102C-A303B2AD0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283" y="4508923"/>
            <a:ext cx="472481" cy="47248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C840862C-789B-71BA-9498-7882F5B5C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469" y="4508925"/>
            <a:ext cx="472481" cy="472481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977467A7-DDFA-1946-24C6-5876F1984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624" y="2860323"/>
            <a:ext cx="472481" cy="472481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DA650F78-61AB-356A-C673-A363A3899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54" y="2860321"/>
            <a:ext cx="472481" cy="472481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22A941D3-AFD8-325B-C9CC-062DBC8E1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830" y="2860321"/>
            <a:ext cx="472481" cy="472481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2CBD5A4E-EE1F-904B-A442-B1F4C96EF3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105" y="2531037"/>
            <a:ext cx="329282" cy="329282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E169BFDB-DB4F-9981-0E12-9FD24B94C0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603547" y="4169699"/>
            <a:ext cx="329280" cy="329280"/>
          </a:xfrm>
          <a:prstGeom prst="rect">
            <a:avLst/>
          </a:prstGeom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BB32FB90-6C8E-43CA-7D4D-EF54925305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701" y="3090387"/>
            <a:ext cx="329282" cy="329282"/>
          </a:xfrm>
          <a:prstGeom prst="rect">
            <a:avLst/>
          </a:prstGeom>
        </p:spPr>
      </p:pic>
      <p:sp>
        <p:nvSpPr>
          <p:cNvPr id="64" name="제목 1">
            <a:extLst>
              <a:ext uri="{FF2B5EF4-FFF2-40B4-BE49-F238E27FC236}">
                <a16:creationId xmlns:a16="http://schemas.microsoft.com/office/drawing/2014/main" id="{37AA1AFE-FDED-AEF9-C32B-134329DAE0A8}"/>
              </a:ext>
            </a:extLst>
          </p:cNvPr>
          <p:cNvSpPr txBox="1">
            <a:spLocks/>
          </p:cNvSpPr>
          <p:nvPr/>
        </p:nvSpPr>
        <p:spPr>
          <a:xfrm>
            <a:off x="7317026" y="2391223"/>
            <a:ext cx="4174776" cy="925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/>
              <a:t>게임 시작 이후 일정 시간 뒤에 아이템 </a:t>
            </a:r>
            <a:r>
              <a:rPr lang="ko-KR" altLang="en-US" sz="1600" b="1" dirty="0" err="1"/>
              <a:t>스폰</a:t>
            </a:r>
            <a:endParaRPr lang="ko-KR" altLang="en-US" sz="1600" b="1" dirty="0"/>
          </a:p>
        </p:txBody>
      </p:sp>
      <p:sp>
        <p:nvSpPr>
          <p:cNvPr id="65" name="제목 1">
            <a:extLst>
              <a:ext uri="{FF2B5EF4-FFF2-40B4-BE49-F238E27FC236}">
                <a16:creationId xmlns:a16="http://schemas.microsoft.com/office/drawing/2014/main" id="{9EF6E68D-D4C5-AD5E-441E-C0C2AE768AFB}"/>
              </a:ext>
            </a:extLst>
          </p:cNvPr>
          <p:cNvSpPr txBox="1">
            <a:spLocks/>
          </p:cNvSpPr>
          <p:nvPr/>
        </p:nvSpPr>
        <p:spPr>
          <a:xfrm>
            <a:off x="1703179" y="3472852"/>
            <a:ext cx="2207424" cy="925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/>
              <a:t>아이템만의 고유 능력</a:t>
            </a: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624E1B43-53C5-1064-B01F-68F77707FF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930" y="4582337"/>
            <a:ext cx="523116" cy="523116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CC87B54B-C55B-6D8C-2F90-16329CFCF7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082" y="2683206"/>
            <a:ext cx="523116" cy="523116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D1C5F2D9-B91D-F243-B08A-ED6A6CD8D1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79" y="5200252"/>
            <a:ext cx="523116" cy="523116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C23794CF-8A20-B40F-E7FE-51906E392C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353" y="4458288"/>
            <a:ext cx="523116" cy="523116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DB9DB607-7DEA-B46D-0FE2-7CE1B88F4E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9" y="3571206"/>
            <a:ext cx="523116" cy="523116"/>
          </a:xfrm>
          <a:prstGeom prst="rect">
            <a:avLst/>
          </a:prstGeom>
        </p:spPr>
      </p:pic>
      <p:sp>
        <p:nvSpPr>
          <p:cNvPr id="73" name="제목 1">
            <a:extLst>
              <a:ext uri="{FF2B5EF4-FFF2-40B4-BE49-F238E27FC236}">
                <a16:creationId xmlns:a16="http://schemas.microsoft.com/office/drawing/2014/main" id="{78CDE665-B5FD-0F7D-12EF-AFBD51771D14}"/>
              </a:ext>
            </a:extLst>
          </p:cNvPr>
          <p:cNvSpPr txBox="1">
            <a:spLocks/>
          </p:cNvSpPr>
          <p:nvPr/>
        </p:nvSpPr>
        <p:spPr>
          <a:xfrm>
            <a:off x="3152362" y="1257280"/>
            <a:ext cx="5618781" cy="10462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 b="1" dirty="0"/>
              <a:t>떨어지는 장애물도 조심하면서 게임을 진행해야 생존 가능</a:t>
            </a:r>
          </a:p>
        </p:txBody>
      </p:sp>
    </p:spTree>
    <p:extLst>
      <p:ext uri="{BB962C8B-B14F-4D97-AF65-F5344CB8AC3E}">
        <p14:creationId xmlns:p14="http://schemas.microsoft.com/office/powerpoint/2010/main" val="255728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87CC4-CE0F-2C55-2AB4-5423B491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b="1" dirty="0"/>
              <a:t>게임 개발 일정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1C9C15D-9F56-654F-A9D8-F6965B3B9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434343"/>
              </p:ext>
            </p:extLst>
          </p:nvPr>
        </p:nvGraphicFramePr>
        <p:xfrm>
          <a:off x="838200" y="1690688"/>
          <a:ext cx="10829081" cy="44889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020">
                  <a:extLst>
                    <a:ext uri="{9D8B030D-6E8A-4147-A177-3AD203B41FA5}">
                      <a16:colId xmlns:a16="http://schemas.microsoft.com/office/drawing/2014/main" val="3848185471"/>
                    </a:ext>
                  </a:extLst>
                </a:gridCol>
                <a:gridCol w="9681061">
                  <a:extLst>
                    <a:ext uri="{9D8B030D-6E8A-4147-A177-3AD203B41FA5}">
                      <a16:colId xmlns:a16="http://schemas.microsoft.com/office/drawing/2014/main" val="2000671565"/>
                    </a:ext>
                  </a:extLst>
                </a:gridCol>
              </a:tblGrid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개발 일정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981592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리소스 탐색 및 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987763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스테이지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19820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인용 캐릭터 이동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및 애니메이션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198643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대전 상대와 상호작용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588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장애물 낙하 구현 장애물 충돌처리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724498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아이템과 능력에 따른 애니메이션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550468"/>
                  </a:ext>
                </a:extLst>
              </a:tr>
              <a:tr h="4927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UI</a:t>
                      </a:r>
                      <a:r>
                        <a:rPr lang="ko-KR" altLang="en-US" dirty="0"/>
                        <a:t>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77036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8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각 객체와 </a:t>
                      </a:r>
                      <a:r>
                        <a:rPr lang="en-US" altLang="ko-KR" dirty="0"/>
                        <a:t>UI</a:t>
                      </a:r>
                      <a:r>
                        <a:rPr lang="ko-KR" altLang="en-US" dirty="0"/>
                        <a:t> 상호작용 점검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335748"/>
                  </a:ext>
                </a:extLst>
              </a:tr>
              <a:tr h="44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r>
                        <a:rPr lang="ko-KR" altLang="en-US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버그 수정 및 최종 점검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063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021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C4958-684B-0885-BCE9-8DCEB0827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4E1D458-1122-6263-CCDD-8986B9FBC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598172"/>
              </p:ext>
            </p:extLst>
          </p:nvPr>
        </p:nvGraphicFramePr>
        <p:xfrm>
          <a:off x="207818" y="228600"/>
          <a:ext cx="11720946" cy="6575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6060">
                  <a:extLst>
                    <a:ext uri="{9D8B030D-6E8A-4147-A177-3AD203B41FA5}">
                      <a16:colId xmlns:a16="http://schemas.microsoft.com/office/drawing/2014/main" val="3848185471"/>
                    </a:ext>
                  </a:extLst>
                </a:gridCol>
                <a:gridCol w="8948611">
                  <a:extLst>
                    <a:ext uri="{9D8B030D-6E8A-4147-A177-3AD203B41FA5}">
                      <a16:colId xmlns:a16="http://schemas.microsoft.com/office/drawing/2014/main" val="2000671565"/>
                    </a:ext>
                  </a:extLst>
                </a:gridCol>
                <a:gridCol w="2116275">
                  <a:extLst>
                    <a:ext uri="{9D8B030D-6E8A-4147-A177-3AD203B41FA5}">
                      <a16:colId xmlns:a16="http://schemas.microsoft.com/office/drawing/2014/main" val="3699743099"/>
                    </a:ext>
                  </a:extLst>
                </a:gridCol>
              </a:tblGrid>
              <a:tr h="5142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개발 일정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진행률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981592"/>
                  </a:ext>
                </a:extLst>
              </a:tr>
              <a:tr h="6563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1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/>
                        <a:t>리소스 탐색 및 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987763"/>
                  </a:ext>
                </a:extLst>
              </a:tr>
              <a:tr h="6563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2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/>
                        <a:t>스테이지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19820"/>
                  </a:ext>
                </a:extLst>
              </a:tr>
              <a:tr h="6563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3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/>
                        <a:t>2</a:t>
                      </a:r>
                      <a:r>
                        <a:rPr lang="ko-KR" altLang="en-US" b="1" dirty="0"/>
                        <a:t>인용 캐릭터 이동</a:t>
                      </a:r>
                      <a:r>
                        <a:rPr lang="en-US" altLang="ko-KR" b="1" dirty="0"/>
                        <a:t> </a:t>
                      </a:r>
                      <a:r>
                        <a:rPr lang="ko-KR" altLang="en-US" b="1" dirty="0"/>
                        <a:t>및 애니메이션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198643"/>
                  </a:ext>
                </a:extLst>
              </a:tr>
              <a:tr h="6563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4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대전 상대와 상호작용 구현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588"/>
                  </a:ext>
                </a:extLst>
              </a:tr>
              <a:tr h="6563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5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장애물 낙하 구현 장애물 충돌처리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724498"/>
                  </a:ext>
                </a:extLst>
              </a:tr>
              <a:tr h="8105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6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아이템과 능력에 따른 애니메이션 구현  </a:t>
                      </a:r>
                      <a:r>
                        <a:rPr lang="en-US" altLang="ko-KR" b="1" dirty="0"/>
                        <a:t>-  </a:t>
                      </a:r>
                      <a:r>
                        <a:rPr lang="ko-KR" altLang="en-US" b="1" dirty="0">
                          <a:solidFill>
                            <a:srgbClr val="C00000"/>
                          </a:solidFill>
                        </a:rPr>
                        <a:t>아이템 관련 기능  미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0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550468"/>
                  </a:ext>
                </a:extLst>
              </a:tr>
              <a:tr h="6563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7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UI</a:t>
                      </a:r>
                      <a:r>
                        <a:rPr lang="ko-KR" altLang="en-US" b="1" dirty="0"/>
                        <a:t> 구현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077036"/>
                  </a:ext>
                </a:extLst>
              </a:tr>
              <a:tr h="6563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8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/>
                        <a:t>각 객체와 </a:t>
                      </a:r>
                      <a:r>
                        <a:rPr lang="en-US" altLang="ko-KR" b="1" dirty="0"/>
                        <a:t>UI</a:t>
                      </a:r>
                      <a:r>
                        <a:rPr lang="ko-KR" altLang="en-US" b="1" dirty="0"/>
                        <a:t> 상호작용 점검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335748"/>
                  </a:ext>
                </a:extLst>
              </a:tr>
              <a:tr h="6563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9</a:t>
                      </a:r>
                      <a:r>
                        <a:rPr lang="ko-KR" altLang="en-US" b="1" dirty="0"/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b="1" dirty="0"/>
                        <a:t>버그 수정 및 최종 점검 </a:t>
                      </a:r>
                      <a:endParaRPr lang="ko-KR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b="1" dirty="0"/>
                        <a:t>95%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063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9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47E355-1EBA-EAEC-DBAF-258ADACEE8AE}"/>
              </a:ext>
            </a:extLst>
          </p:cNvPr>
          <p:cNvSpPr txBox="1"/>
          <p:nvPr/>
        </p:nvSpPr>
        <p:spPr>
          <a:xfrm>
            <a:off x="4492336" y="2659559"/>
            <a:ext cx="32073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400" b="1"/>
              <a:t>개발 진척도</a:t>
            </a:r>
            <a:endParaRPr lang="ko-KR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2235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8D14FDC-3041-0717-026D-77BF4A0A2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267135"/>
              </p:ext>
            </p:extLst>
          </p:nvPr>
        </p:nvGraphicFramePr>
        <p:xfrm>
          <a:off x="214746" y="511045"/>
          <a:ext cx="11762508" cy="5835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9637">
                  <a:extLst>
                    <a:ext uri="{9D8B030D-6E8A-4147-A177-3AD203B41FA5}">
                      <a16:colId xmlns:a16="http://schemas.microsoft.com/office/drawing/2014/main" val="311868804"/>
                    </a:ext>
                  </a:extLst>
                </a:gridCol>
                <a:gridCol w="3865419">
                  <a:extLst>
                    <a:ext uri="{9D8B030D-6E8A-4147-A177-3AD203B41FA5}">
                      <a16:colId xmlns:a16="http://schemas.microsoft.com/office/drawing/2014/main" val="3311754172"/>
                    </a:ext>
                  </a:extLst>
                </a:gridCol>
                <a:gridCol w="3016825">
                  <a:extLst>
                    <a:ext uri="{9D8B030D-6E8A-4147-A177-3AD203B41FA5}">
                      <a16:colId xmlns:a16="http://schemas.microsoft.com/office/drawing/2014/main" val="1438718220"/>
                    </a:ext>
                  </a:extLst>
                </a:gridCol>
                <a:gridCol w="2940627">
                  <a:extLst>
                    <a:ext uri="{9D8B030D-6E8A-4147-A177-3AD203B41FA5}">
                      <a16:colId xmlns:a16="http://schemas.microsoft.com/office/drawing/2014/main" val="3495609718"/>
                    </a:ext>
                  </a:extLst>
                </a:gridCol>
              </a:tblGrid>
              <a:tr h="4720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ysClr val="windowText" lastClr="000000"/>
                          </a:solidFill>
                        </a:rPr>
                        <a:t>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목표범위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실제 개발 완료 범위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진척도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113063"/>
                  </a:ext>
                </a:extLst>
              </a:tr>
              <a:tr h="48691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우주 맵 </a:t>
                      </a:r>
                      <a:r>
                        <a:rPr lang="en-US" altLang="ko-KR" b="1" dirty="0"/>
                        <a:t>1</a:t>
                      </a:r>
                      <a:r>
                        <a:rPr lang="ko-KR" altLang="en-US" b="1" dirty="0"/>
                        <a:t>종 구현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우주 맵 </a:t>
                      </a:r>
                      <a:r>
                        <a:rPr lang="en-US" altLang="ko-KR" b="1" dirty="0"/>
                        <a:t>1</a:t>
                      </a:r>
                      <a:r>
                        <a:rPr lang="ko-KR" altLang="en-US" b="1" dirty="0"/>
                        <a:t>종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912042"/>
                  </a:ext>
                </a:extLst>
              </a:tr>
              <a:tr h="5763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캐릭터 컨트롤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좌우 이동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점프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공격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좌우 이동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점프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공격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998226"/>
                  </a:ext>
                </a:extLst>
              </a:tr>
              <a:tr h="130642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게임 코어 기능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게임 시작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종료 시 화면 전환</a:t>
                      </a:r>
                      <a:endParaRPr lang="en-US" altLang="ko-KR" b="1" dirty="0"/>
                    </a:p>
                    <a:p>
                      <a:pPr latinLnBrk="1"/>
                      <a:r>
                        <a:rPr lang="ko-KR" altLang="en-US" b="1" dirty="0"/>
                        <a:t>캐릭터 격투 시스템 구현</a:t>
                      </a:r>
                      <a:endParaRPr lang="en-US" altLang="ko-KR" b="1" dirty="0"/>
                    </a:p>
                    <a:p>
                      <a:pPr latinLnBrk="1"/>
                      <a:r>
                        <a:rPr lang="ko-KR" altLang="en-US" b="1" dirty="0"/>
                        <a:t>장애물의 낙하 시스템 구현</a:t>
                      </a:r>
                      <a:endParaRPr lang="en-US" altLang="ko-KR" b="1" dirty="0"/>
                    </a:p>
                    <a:p>
                      <a:pPr latinLnBrk="1"/>
                      <a:r>
                        <a:rPr lang="ko-KR" altLang="en-US" b="1" dirty="0"/>
                        <a:t>아이템 상호작용 시스템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게임 시작</a:t>
                      </a:r>
                      <a:r>
                        <a:rPr lang="en-US" altLang="ko-KR" b="1" dirty="0"/>
                        <a:t>, </a:t>
                      </a:r>
                      <a:r>
                        <a:rPr lang="ko-KR" altLang="en-US" b="1" dirty="0"/>
                        <a:t>종료 시 화면 전환</a:t>
                      </a:r>
                      <a:r>
                        <a:rPr lang="en-US" altLang="ko-KR" b="1" dirty="0"/>
                        <a:t>, </a:t>
                      </a:r>
                    </a:p>
                    <a:p>
                      <a:pPr latinLnBrk="1"/>
                      <a:r>
                        <a:rPr lang="ko-KR" altLang="en-US" b="1" dirty="0"/>
                        <a:t>캐릭터 격투 시스템</a:t>
                      </a:r>
                      <a:r>
                        <a:rPr lang="en-US" altLang="ko-KR" b="1" dirty="0"/>
                        <a:t>, </a:t>
                      </a:r>
                    </a:p>
                    <a:p>
                      <a:pPr latinLnBrk="1"/>
                      <a:r>
                        <a:rPr lang="ko-KR" altLang="en-US" b="1" dirty="0"/>
                        <a:t>장애물 낙하시스템만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75%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24576"/>
                  </a:ext>
                </a:extLst>
              </a:tr>
              <a:tr h="4586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모델링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1</a:t>
                      </a:r>
                      <a:r>
                        <a:rPr lang="ko-KR" altLang="en-US" b="1" dirty="0"/>
                        <a:t>번</a:t>
                      </a:r>
                      <a:r>
                        <a:rPr lang="en-US" altLang="ko-KR" b="1" dirty="0"/>
                        <a:t>, 2</a:t>
                      </a:r>
                      <a:r>
                        <a:rPr lang="ko-KR" altLang="en-US" b="1" dirty="0"/>
                        <a:t>번 플레이어 두 종류 모델링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두 종류 모두 모델링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370293"/>
                  </a:ext>
                </a:extLst>
              </a:tr>
              <a:tr h="7137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게임 난이도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게임 진행 도중 일정 시간이 지나면 장애물 낙하 및 아이템 등장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게임 진행 도중 일정 시간이 지나면 장애물 낙하만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50% 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13585"/>
                  </a:ext>
                </a:extLst>
              </a:tr>
              <a:tr h="3916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사운드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BGM </a:t>
                      </a:r>
                      <a:r>
                        <a:rPr lang="ko-KR" altLang="en-US" b="1" dirty="0"/>
                        <a:t>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BGM </a:t>
                      </a:r>
                      <a:r>
                        <a:rPr lang="ko-KR" altLang="en-US" b="1" dirty="0"/>
                        <a:t>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493766"/>
                  </a:ext>
                </a:extLst>
              </a:tr>
              <a:tr h="14301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애니메이션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5</a:t>
                      </a:r>
                      <a:r>
                        <a:rPr lang="ko-KR" altLang="en-US" b="1" dirty="0"/>
                        <a:t>종 구현</a:t>
                      </a:r>
                      <a:endParaRPr lang="en-US" altLang="ko-KR" b="1" dirty="0"/>
                    </a:p>
                    <a:p>
                      <a:pPr latinLnBrk="1"/>
                      <a:r>
                        <a:rPr lang="en-US" altLang="ko-KR" b="1" dirty="0"/>
                        <a:t>Appearance(</a:t>
                      </a:r>
                      <a:r>
                        <a:rPr lang="ko-KR" altLang="en-US" b="1" dirty="0"/>
                        <a:t>게임 시작 시 등장 애니메이션</a:t>
                      </a:r>
                      <a:r>
                        <a:rPr lang="en-US" altLang="ko-KR" b="1" dirty="0"/>
                        <a:t>),  Idle,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Run, Jump, </a:t>
                      </a:r>
                    </a:p>
                    <a:p>
                      <a:pPr latinLnBrk="1"/>
                      <a:r>
                        <a:rPr lang="en-US" altLang="ko-KR" b="1" dirty="0"/>
                        <a:t>Fall(</a:t>
                      </a:r>
                      <a:r>
                        <a:rPr lang="ko-KR" altLang="en-US" b="1" dirty="0"/>
                        <a:t>점프 후 낙하 애니메이션</a:t>
                      </a:r>
                      <a:r>
                        <a:rPr lang="en-US" altLang="ko-KR" b="1" dirty="0"/>
                        <a:t>)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5</a:t>
                      </a:r>
                      <a:r>
                        <a:rPr lang="ko-KR" altLang="en-US" b="1" dirty="0"/>
                        <a:t>종 모두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91974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42486B4B-1F95-0F6D-3A73-0BEF2FE13838}"/>
                  </a:ext>
                </a:extLst>
              </p14:cNvPr>
              <p14:cNvContentPartPr/>
              <p14:nvPr/>
            </p14:nvContentPartPr>
            <p14:xfrm>
              <a:off x="1219189" y="-498905"/>
              <a:ext cx="360" cy="36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42486B4B-1F95-0F6D-3A73-0BEF2FE138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3069" y="-505025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66456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0EFBEE2-3D44-BC50-944E-B6F98602A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91" y="341211"/>
            <a:ext cx="10875818" cy="617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04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82E71764-914E-A4C7-EE3B-B9F93778CC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4725709"/>
              </p:ext>
            </p:extLst>
          </p:nvPr>
        </p:nvGraphicFramePr>
        <p:xfrm>
          <a:off x="2706832" y="232670"/>
          <a:ext cx="6778336" cy="6392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9168">
                  <a:extLst>
                    <a:ext uri="{9D8B030D-6E8A-4147-A177-3AD203B41FA5}">
                      <a16:colId xmlns:a16="http://schemas.microsoft.com/office/drawing/2014/main" val="2169206458"/>
                    </a:ext>
                  </a:extLst>
                </a:gridCol>
                <a:gridCol w="3389168">
                  <a:extLst>
                    <a:ext uri="{9D8B030D-6E8A-4147-A177-3AD203B41FA5}">
                      <a16:colId xmlns:a16="http://schemas.microsoft.com/office/drawing/2014/main" val="81060992"/>
                    </a:ext>
                  </a:extLst>
                </a:gridCol>
              </a:tblGrid>
              <a:tr h="7982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커밋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횟수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002032"/>
                  </a:ext>
                </a:extLst>
              </a:tr>
              <a:tr h="19370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/>
                        <a:t>Week of Oct 5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0</a:t>
                      </a:r>
                      <a:endParaRPr lang="ko-KR" altLang="en-US" sz="1600" b="1" dirty="0"/>
                    </a:p>
                    <a:p>
                      <a:pPr algn="l" latinLnBrk="1"/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48178"/>
                  </a:ext>
                </a:extLst>
              </a:tr>
              <a:tr h="5816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Week of Oct 12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8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220626"/>
                  </a:ext>
                </a:extLst>
              </a:tr>
              <a:tr h="59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Week of Oct 19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/>
                        <a:t>9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13663"/>
                  </a:ext>
                </a:extLst>
              </a:tr>
              <a:tr h="5818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Week of Oct 26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/>
                        <a:t>9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681275"/>
                  </a:ext>
                </a:extLst>
              </a:tr>
              <a:tr h="4710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Week of Nov 2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/>
                        <a:t>37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069717"/>
                  </a:ext>
                </a:extLst>
              </a:tr>
              <a:tr h="5403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Week of Nov 9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/>
                        <a:t>19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843209"/>
                  </a:ext>
                </a:extLst>
              </a:tr>
              <a:tr h="2521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Week of Nov 16</a:t>
                      </a:r>
                      <a:endParaRPr lang="ko-KR" altLang="en-US" sz="1600" b="1" dirty="0"/>
                    </a:p>
                    <a:p>
                      <a:pPr algn="l" latinLnBrk="1"/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/>
                        <a:t>2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703065"/>
                  </a:ext>
                </a:extLst>
              </a:tr>
              <a:tr h="5126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Week of Nov 23</a:t>
                      </a:r>
                      <a:endParaRPr lang="ko-KR" altLang="en-US" sz="1600" b="1" dirty="0"/>
                    </a:p>
                    <a:p>
                      <a:pPr algn="l" latinLnBrk="1"/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/>
                        <a:t>1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118703"/>
                  </a:ext>
                </a:extLst>
              </a:tr>
              <a:tr h="3997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/>
                        <a:t>Week of Nov 30</a:t>
                      </a:r>
                      <a:endParaRPr lang="ko-KR" altLang="en-US" sz="1600" b="1" dirty="0"/>
                    </a:p>
                    <a:p>
                      <a:pPr algn="l" latinLnBrk="1"/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/>
                        <a:t>16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5739"/>
                  </a:ext>
                </a:extLst>
              </a:tr>
              <a:tr h="507247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/>
                        <a:t>Week of Nov 6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/>
                        <a:t>1</a:t>
                      </a:r>
                      <a:endParaRPr lang="ko-KR" altLang="en-US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744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189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565</TotalTime>
  <Words>438</Words>
  <Application>Microsoft Office PowerPoint</Application>
  <PresentationFormat>와이드스크린</PresentationFormat>
  <Paragraphs>131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2D 게임 프로그래밍</vt:lpstr>
      <vt:lpstr>게임 컨셉</vt:lpstr>
      <vt:lpstr>PowerPoint 프레젠테이션</vt:lpstr>
      <vt:lpstr>게임 개발 일정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821023713937</dc:creator>
  <cp:lastModifiedBy>821023713937</cp:lastModifiedBy>
  <cp:revision>2</cp:revision>
  <dcterms:created xsi:type="dcterms:W3CDTF">2025-09-29T07:08:15Z</dcterms:created>
  <dcterms:modified xsi:type="dcterms:W3CDTF">2025-12-06T06:52:32Z</dcterms:modified>
</cp:coreProperties>
</file>