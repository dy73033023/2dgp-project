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946FC-3731-42F5-A207-D7BD1C251774}" v="1" dt="2025-11-09T11:06:18.1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F7B78-52E5-C6A5-FAFB-018D3FCAC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B89DEB-4B43-A7E7-BC03-17EF5830C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8AB5A-E951-B337-71A7-1595BABE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CE71B1-0CE9-ADB0-32FB-01EC2F1C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5110F-B1C9-F5DC-D63F-B17FA810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3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C9E9E-D62E-54A2-8E4D-F341C2A9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6F97E-8B55-EC21-82B8-CE3850741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E88B2F-92E3-E11C-4AB7-5161A428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5EC939-633D-7C19-F108-EF463C31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8F776-4140-BA6C-F67C-C0240F61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34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1BBFD-8337-EABB-6BD4-DB4D1BCC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90C92B-BE1D-9F61-8C96-088D5982C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90EA2B-E2F6-6EC8-925F-046601EB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60FDC7-74A5-DAB3-B174-63B1B8A7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D42EE-5AC3-49E2-29B8-04F8068F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15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431CC-D34F-376C-2081-450E23C7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271E4-AE24-17E5-FB25-B50327551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5BF8EE-18A6-5771-330A-CF9BF7F38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03C9EF-7529-91F3-4837-0C8E3A20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BDF091-D0D2-955D-02EA-B60D4080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F23562-5D45-29FE-17DA-2081C43D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99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2704B-7B7B-7D84-477B-9D600F10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F35A6A-96CE-813B-3535-EEEDDC14A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0C0B5-4181-F5A4-A6BE-EAFF42421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0E5BBF-E742-C1CE-3851-0D2773B5E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FC972D-77B0-38C0-A9BC-83D36BA67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EAE810-C545-7D07-74F7-BAAE2AFE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05866C-2391-0712-FA73-04769214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7A8F4D-190D-EC6F-0970-18442EF4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7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2DA85-36AB-AB12-654D-C74AD64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B3E0A3-C397-2D6C-566A-5A3D9DF8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520192-DC3A-6286-96C2-D72B64B1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50C6D4-2849-487D-31AE-4A4ADD66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5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DE4711-5968-225E-F9C3-90E512E4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A38029-3657-F743-FECE-D1479632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F380FE-8D99-708A-A24A-588DA4A0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6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15B29-E92A-4220-D672-62BB378C2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B1F55D-6B81-61D1-7A79-E4048C3F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1B7E7A-061D-19A0-E1D1-21D498B5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A5344-F221-13E5-B36B-5AEB5A8F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AEB40-27B2-600D-E06D-2CE40AFB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8415E7-05E7-CA88-4F03-212BC503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63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C6271-DE65-E9F7-855C-7BC46B21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C4D3DF7-A583-A795-C6D0-8DC16170C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FA6699-207C-8983-0DC3-28E6973FD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F236C9-EB25-7302-5331-C782264F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9CE42E-5B3D-81AD-8E40-E51BC6D4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CBC991-C94A-7192-CB7F-F4F096C4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52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95094-EDF4-54F6-C147-9EEB0E42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60F157-8405-C2EE-BC1E-9D084FAC6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E502C7-84B3-8489-F849-A7722908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D5081-633F-3081-6181-36F8890C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46252-640E-CAC7-5541-6ED1CD24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59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211058-0D93-C8E5-CCCC-13493B0B0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F979B3-8E92-EA89-31FC-C917603D2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FBAC6E-6E97-EF90-1BB1-80F3EBD7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D68DC2-C261-BEF2-30DF-501DB6F1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D21A8B-4625-11A5-B73F-0688A0E6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04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251C54-F081-4800-DF20-1A798548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64018A-458A-F49D-575C-8CFFB1F0E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81F3E-AE17-57B0-A030-A5494BAFB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12956-77AB-4BB2-9EF1-2678109B58A2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3F195-4C97-A1D0-16F1-EDC1E13DA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8C90C-E321-8EA8-5646-739596700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73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AF22B-A358-2985-01A5-A2672AC76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5343" y="1321902"/>
            <a:ext cx="6861313" cy="795131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2D </a:t>
            </a:r>
            <a:r>
              <a:rPr lang="ko-KR" altLang="en-US" sz="2400" b="1" dirty="0"/>
              <a:t>게임 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779D7A-B712-A5CC-7207-352EC979B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3168" y="4877425"/>
            <a:ext cx="2885661" cy="3876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2022184008</a:t>
            </a:r>
            <a:r>
              <a:rPr lang="ko-KR" altLang="en-US" b="1" dirty="0"/>
              <a:t> 김성주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14D7437-A348-00FE-22BD-CB0543AF64AE}"/>
              </a:ext>
            </a:extLst>
          </p:cNvPr>
          <p:cNvSpPr txBox="1">
            <a:spLocks/>
          </p:cNvSpPr>
          <p:nvPr/>
        </p:nvSpPr>
        <p:spPr>
          <a:xfrm>
            <a:off x="2665343" y="799202"/>
            <a:ext cx="6861313" cy="7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/>
              <a:t>Drop Fight</a:t>
            </a:r>
            <a:endParaRPr lang="ko-KR" altLang="en-US" b="1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362B28B-01B8-E646-FA8C-59B5A1A821EF}"/>
              </a:ext>
            </a:extLst>
          </p:cNvPr>
          <p:cNvSpPr txBox="1">
            <a:spLocks/>
          </p:cNvSpPr>
          <p:nvPr/>
        </p:nvSpPr>
        <p:spPr>
          <a:xfrm>
            <a:off x="1705802" y="2951921"/>
            <a:ext cx="8780392" cy="7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떨어지는 장애물을 피해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상대방</a:t>
            </a:r>
            <a:r>
              <a:rPr lang="ko-KR" altLang="en-US" b="1" dirty="0"/>
              <a:t>과 싸워 이겨야 하는 대전 게임 </a:t>
            </a:r>
          </a:p>
        </p:txBody>
      </p:sp>
    </p:spTree>
    <p:extLst>
      <p:ext uri="{BB962C8B-B14F-4D97-AF65-F5344CB8AC3E}">
        <p14:creationId xmlns:p14="http://schemas.microsoft.com/office/powerpoint/2010/main" val="396333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E90D5-10B0-F56C-80B3-DBE7DA32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965" y="404883"/>
            <a:ext cx="2710070" cy="1046232"/>
          </a:xfrm>
        </p:spPr>
        <p:txBody>
          <a:bodyPr/>
          <a:lstStyle/>
          <a:p>
            <a:r>
              <a:rPr lang="ko-KR" altLang="en-US" b="1" dirty="0"/>
              <a:t>게임 컨셉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03D99A7-26A7-7FAF-24CD-6152E228FE6A}"/>
              </a:ext>
            </a:extLst>
          </p:cNvPr>
          <p:cNvSpPr txBox="1">
            <a:spLocks/>
          </p:cNvSpPr>
          <p:nvPr/>
        </p:nvSpPr>
        <p:spPr>
          <a:xfrm>
            <a:off x="907772" y="3572086"/>
            <a:ext cx="106315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재미 요소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23CE054-9A6C-2DC4-66E0-F1FEF7CC6AB5}"/>
              </a:ext>
            </a:extLst>
          </p:cNvPr>
          <p:cNvSpPr txBox="1">
            <a:spLocks/>
          </p:cNvSpPr>
          <p:nvPr/>
        </p:nvSpPr>
        <p:spPr>
          <a:xfrm>
            <a:off x="907773" y="1451115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게임 컨셉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4DB59E3-1CAD-4523-4D60-4DF390551842}"/>
              </a:ext>
            </a:extLst>
          </p:cNvPr>
          <p:cNvSpPr txBox="1">
            <a:spLocks/>
          </p:cNvSpPr>
          <p:nvPr/>
        </p:nvSpPr>
        <p:spPr>
          <a:xfrm>
            <a:off x="907773" y="2158105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스테이지 내부에 떨어지는 다양한 장애물들을 피해 </a:t>
            </a:r>
            <a:endParaRPr lang="en-US" altLang="ko-KR" sz="2000" b="1" dirty="0"/>
          </a:p>
          <a:p>
            <a:r>
              <a:rPr lang="ko-KR" altLang="en-US" sz="2000" b="1" dirty="0"/>
              <a:t>상대방과 싸워 이겨야 하는 </a:t>
            </a:r>
            <a:r>
              <a:rPr lang="en-US" altLang="ko-KR" sz="2000" b="1" dirty="0"/>
              <a:t>2</a:t>
            </a:r>
            <a:r>
              <a:rPr lang="ko-KR" altLang="en-US" sz="2000" b="1" dirty="0"/>
              <a:t>인용 격투 게임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BA0B724-89C5-5E93-F1AA-A2B87F87B189}"/>
              </a:ext>
            </a:extLst>
          </p:cNvPr>
          <p:cNvSpPr txBox="1">
            <a:spLocks/>
          </p:cNvSpPr>
          <p:nvPr/>
        </p:nvSpPr>
        <p:spPr>
          <a:xfrm>
            <a:off x="907773" y="4374532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 err="1"/>
              <a:t>랜덤한</a:t>
            </a:r>
            <a:r>
              <a:rPr lang="ko-KR" altLang="en-US" sz="2000" b="1" dirty="0"/>
              <a:t> 타이밍과 위치에 떨어지는 장애물을 피하는 긴박함</a:t>
            </a:r>
            <a:endParaRPr lang="en-US" altLang="ko-KR" sz="2000" b="1" dirty="0"/>
          </a:p>
          <a:p>
            <a:r>
              <a:rPr lang="ko-KR" altLang="en-US" sz="2000" b="1" dirty="0"/>
              <a:t>다양한 아이템의 각기 다른 능력을 통한 대전</a:t>
            </a:r>
          </a:p>
        </p:txBody>
      </p:sp>
    </p:spTree>
    <p:extLst>
      <p:ext uri="{BB962C8B-B14F-4D97-AF65-F5344CB8AC3E}">
        <p14:creationId xmlns:p14="http://schemas.microsoft.com/office/powerpoint/2010/main" val="370324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4D73660-E6D4-8F14-3C3D-CE192AC6F6B5}"/>
              </a:ext>
            </a:extLst>
          </p:cNvPr>
          <p:cNvSpPr txBox="1">
            <a:spLocks/>
          </p:cNvSpPr>
          <p:nvPr/>
        </p:nvSpPr>
        <p:spPr>
          <a:xfrm>
            <a:off x="4740965" y="404883"/>
            <a:ext cx="2710070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게임 진행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6A8049-002D-6F12-3FFB-A86B65B3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5519"/>
            <a:ext cx="472481" cy="4724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6A7AE-0AEB-0045-D584-AD96C60C4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0" y="6394029"/>
            <a:ext cx="472481" cy="4724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708799-EA74-425F-AAAD-7DAA35EF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62" y="6385519"/>
            <a:ext cx="472481" cy="4724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013866-DD79-0004-E1B6-15EA04ACE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42" y="6394029"/>
            <a:ext cx="472481" cy="4724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F2E306-9DDD-FEC5-D499-93C72249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30" y="6385519"/>
            <a:ext cx="472481" cy="4724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C89AB0-52AE-F844-EFD6-FFAF8E436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10" y="6375575"/>
            <a:ext cx="472481" cy="4724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A1D01A-1D23-EBBB-8477-94AF7509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92" y="6385519"/>
            <a:ext cx="472481" cy="4724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8B57FE0-8642-3B7A-F80F-B757BCB7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373" y="6385518"/>
            <a:ext cx="472481" cy="4724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1100D3-3528-6BB2-5C6F-D383E7A5D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54" y="6375579"/>
            <a:ext cx="472481" cy="4724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5FF822B-0033-7130-9489-55EA9AAC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335" y="6375578"/>
            <a:ext cx="472481" cy="4724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B573637-9E5B-FDB6-6864-60C74DFD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16" y="6375579"/>
            <a:ext cx="472481" cy="4724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A0AE9C-F842-928D-9133-D3E72E5A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297" y="6375578"/>
            <a:ext cx="472481" cy="47248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14C417F-B614-9429-2EC1-B3F77DD6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84" y="6375579"/>
            <a:ext cx="472481" cy="47248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A8C7027-67BC-B7D7-4AC5-7B296E27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65" y="6375578"/>
            <a:ext cx="472481" cy="47248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7BF82B9-FB0F-0472-8C41-23CEF74B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46" y="6375579"/>
            <a:ext cx="472481" cy="4724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902E902-30FB-5B11-89E3-427CE0AC4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27" y="6375578"/>
            <a:ext cx="472481" cy="4724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DEEF227-EBFE-F196-457D-6A2992A5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08" y="6375578"/>
            <a:ext cx="472481" cy="4724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D9EEDC-C92C-C103-BDD1-EFB0BB9F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189" y="6375577"/>
            <a:ext cx="472481" cy="47248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DE4DAE0-396A-C6B7-1F90-58CEA5421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0" y="6375577"/>
            <a:ext cx="472481" cy="47248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40326C5-259F-44D4-5396-B5375C22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151" y="6375576"/>
            <a:ext cx="472481" cy="47248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D385769-030E-3F3A-7A97-A5C57B6C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632" y="6375577"/>
            <a:ext cx="472481" cy="472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FB72664-98FD-A91B-05AD-76C5701B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113" y="6375576"/>
            <a:ext cx="472481" cy="47248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2D9006E-92D8-9232-863F-02300D9D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600" y="6375577"/>
            <a:ext cx="472481" cy="47248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CFC47E4-7743-A790-AEBD-2898CE26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081" y="6375576"/>
            <a:ext cx="472481" cy="47248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CEACD01-AD30-39F5-DB4B-82F89BB2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562" y="6375577"/>
            <a:ext cx="472481" cy="47248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CBE5523-9A53-2601-ACDD-B68700EE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043" y="6375576"/>
            <a:ext cx="472481" cy="472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180E457-C7AE-28B0-A9F8-AA2875A6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14886" y="5704155"/>
            <a:ext cx="833783" cy="80590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2168DCE-78FD-873D-00C2-192BA454D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484" y="5752617"/>
            <a:ext cx="640893" cy="686672"/>
          </a:xfrm>
          <a:prstGeom prst="rect">
            <a:avLst/>
          </a:prstGeom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1835C944-FC66-574C-20E3-62F8D00850DD}"/>
              </a:ext>
            </a:extLst>
          </p:cNvPr>
          <p:cNvSpPr txBox="1">
            <a:spLocks/>
          </p:cNvSpPr>
          <p:nvPr/>
        </p:nvSpPr>
        <p:spPr>
          <a:xfrm>
            <a:off x="3413920" y="4981404"/>
            <a:ext cx="5618781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게임 시작 시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명 플레이어가 조작 키를 이용한 격투를 진행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4191DDB-2250-4A37-86B6-ABB2969D0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777" y="3429000"/>
            <a:ext cx="472481" cy="47248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61AFA21-CCB2-9029-D056-BA6C29D9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007" y="3428998"/>
            <a:ext cx="472481" cy="472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DDC1CB0-F2E0-B307-D403-441C6FADA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983" y="3428998"/>
            <a:ext cx="472481" cy="47248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D10FCA3-7C03-4CD1-18CC-2F35F1B9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9" y="3429000"/>
            <a:ext cx="472481" cy="472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2DAC09E2-ADBC-F4A7-F263-4B6A29754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399" y="3428998"/>
            <a:ext cx="472481" cy="472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51D47DD-0F79-2DC6-63CD-CBC24B7F9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77" y="4508925"/>
            <a:ext cx="472481" cy="47248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911AFCA-2F2B-16E0-520A-6FE504F94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07" y="4508923"/>
            <a:ext cx="472481" cy="472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733ED38-C979-C3F0-102C-A303B2AD0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283" y="4508923"/>
            <a:ext cx="472481" cy="47248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840862C-789B-71BA-9498-7882F5B5C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69" y="4508925"/>
            <a:ext cx="472481" cy="47248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77467A7-DDFA-1946-24C6-5876F198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4" y="2860323"/>
            <a:ext cx="472481" cy="47248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A650F78-61AB-356A-C673-A363A389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4" y="2860321"/>
            <a:ext cx="472481" cy="47248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22A941D3-AFD8-325B-C9CC-062DBC8E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830" y="2860321"/>
            <a:ext cx="472481" cy="472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CBD5A4E-EE1F-904B-A442-B1F4C96EF3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105" y="2531037"/>
            <a:ext cx="329282" cy="32928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169BFDB-DB4F-9981-0E12-9FD24B94C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603547" y="4169699"/>
            <a:ext cx="329280" cy="32928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B32FB90-6C8E-43CA-7D4D-EF5492530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01" y="3090387"/>
            <a:ext cx="329282" cy="329282"/>
          </a:xfrm>
          <a:prstGeom prst="rect">
            <a:avLst/>
          </a:prstGeom>
        </p:spPr>
      </p:pic>
      <p:sp>
        <p:nvSpPr>
          <p:cNvPr id="64" name="제목 1">
            <a:extLst>
              <a:ext uri="{FF2B5EF4-FFF2-40B4-BE49-F238E27FC236}">
                <a16:creationId xmlns:a16="http://schemas.microsoft.com/office/drawing/2014/main" id="{37AA1AFE-FDED-AEF9-C32B-134329DAE0A8}"/>
              </a:ext>
            </a:extLst>
          </p:cNvPr>
          <p:cNvSpPr txBox="1">
            <a:spLocks/>
          </p:cNvSpPr>
          <p:nvPr/>
        </p:nvSpPr>
        <p:spPr>
          <a:xfrm>
            <a:off x="7317026" y="2391223"/>
            <a:ext cx="4174776" cy="925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게임 시작 이후 일정 시간 뒤에 아이템 </a:t>
            </a:r>
            <a:r>
              <a:rPr lang="ko-KR" altLang="en-US" sz="1600" b="1" dirty="0" err="1"/>
              <a:t>스폰</a:t>
            </a:r>
            <a:endParaRPr lang="ko-KR" altLang="en-US" sz="1600" b="1" dirty="0"/>
          </a:p>
        </p:txBody>
      </p:sp>
      <p:sp>
        <p:nvSpPr>
          <p:cNvPr id="65" name="제목 1">
            <a:extLst>
              <a:ext uri="{FF2B5EF4-FFF2-40B4-BE49-F238E27FC236}">
                <a16:creationId xmlns:a16="http://schemas.microsoft.com/office/drawing/2014/main" id="{9EF6E68D-D4C5-AD5E-441E-C0C2AE768AFB}"/>
              </a:ext>
            </a:extLst>
          </p:cNvPr>
          <p:cNvSpPr txBox="1">
            <a:spLocks/>
          </p:cNvSpPr>
          <p:nvPr/>
        </p:nvSpPr>
        <p:spPr>
          <a:xfrm>
            <a:off x="1703179" y="3472852"/>
            <a:ext cx="2207424" cy="925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아이템만의 고유 능력</a:t>
            </a: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624E1B43-53C5-1064-B01F-68F77707FF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930" y="4582337"/>
            <a:ext cx="523116" cy="52311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C87B54B-C55B-6D8C-2F90-16329CFCF7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082" y="2683206"/>
            <a:ext cx="523116" cy="523116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1C5F2D9-B91D-F243-B08A-ED6A6CD8D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79" y="5200252"/>
            <a:ext cx="523116" cy="523116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C23794CF-8A20-B40F-E7FE-51906E392C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53" y="4458288"/>
            <a:ext cx="523116" cy="523116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DB9DB607-7DEA-B46D-0FE2-7CE1B88F4E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9" y="3571206"/>
            <a:ext cx="523116" cy="523116"/>
          </a:xfrm>
          <a:prstGeom prst="rect">
            <a:avLst/>
          </a:prstGeom>
        </p:spPr>
      </p:pic>
      <p:sp>
        <p:nvSpPr>
          <p:cNvPr id="73" name="제목 1">
            <a:extLst>
              <a:ext uri="{FF2B5EF4-FFF2-40B4-BE49-F238E27FC236}">
                <a16:creationId xmlns:a16="http://schemas.microsoft.com/office/drawing/2014/main" id="{78CDE665-B5FD-0F7D-12EF-AFBD51771D14}"/>
              </a:ext>
            </a:extLst>
          </p:cNvPr>
          <p:cNvSpPr txBox="1">
            <a:spLocks/>
          </p:cNvSpPr>
          <p:nvPr/>
        </p:nvSpPr>
        <p:spPr>
          <a:xfrm>
            <a:off x="3152362" y="1257280"/>
            <a:ext cx="5618781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떨어지는 장애물도 조심하면서 게임을 진행해야 생존 가능</a:t>
            </a:r>
          </a:p>
        </p:txBody>
      </p:sp>
    </p:spTree>
    <p:extLst>
      <p:ext uri="{BB962C8B-B14F-4D97-AF65-F5344CB8AC3E}">
        <p14:creationId xmlns:p14="http://schemas.microsoft.com/office/powerpoint/2010/main" val="255728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87CC4-CE0F-2C55-2AB4-5423B491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b="1" dirty="0"/>
              <a:t>게임 개발 일정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1C9C15D-9F56-654F-A9D8-F6965B3B9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34343"/>
              </p:ext>
            </p:extLst>
          </p:nvPr>
        </p:nvGraphicFramePr>
        <p:xfrm>
          <a:off x="838200" y="1690688"/>
          <a:ext cx="10829081" cy="4488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20">
                  <a:extLst>
                    <a:ext uri="{9D8B030D-6E8A-4147-A177-3AD203B41FA5}">
                      <a16:colId xmlns:a16="http://schemas.microsoft.com/office/drawing/2014/main" val="3848185471"/>
                    </a:ext>
                  </a:extLst>
                </a:gridCol>
                <a:gridCol w="9681061">
                  <a:extLst>
                    <a:ext uri="{9D8B030D-6E8A-4147-A177-3AD203B41FA5}">
                      <a16:colId xmlns:a16="http://schemas.microsoft.com/office/drawing/2014/main" val="2000671565"/>
                    </a:ext>
                  </a:extLst>
                </a:gridCol>
              </a:tblGrid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개발 일정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981592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리소스 탐색 및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87763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19820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인용 캐릭터 이동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및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198643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대전 상대와 상호작용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58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장애물 낙하 구현 장애물 충돌처리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72449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아이템과 능력에 따른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0468"/>
                  </a:ext>
                </a:extLst>
              </a:tr>
              <a:tr h="492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77036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각 객체와 </a:t>
                      </a: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상호작용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33574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버그 수정 및 최종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6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02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47E355-1EBA-EAEC-DBAF-258ADACEE8AE}"/>
              </a:ext>
            </a:extLst>
          </p:cNvPr>
          <p:cNvSpPr txBox="1"/>
          <p:nvPr/>
        </p:nvSpPr>
        <p:spPr>
          <a:xfrm>
            <a:off x="1371599" y="2897970"/>
            <a:ext cx="90747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b="1" dirty="0"/>
              <a:t>프로젝트 진행 상황 </a:t>
            </a:r>
            <a:r>
              <a:rPr lang="en-US" altLang="ko-KR" sz="4400" b="1" dirty="0"/>
              <a:t>– </a:t>
            </a:r>
            <a:r>
              <a:rPr lang="ko-KR" altLang="en-US" sz="4400" b="1" dirty="0"/>
              <a:t>평균 </a:t>
            </a:r>
            <a:r>
              <a:rPr lang="en-US" altLang="ko-KR" sz="4400" b="1" dirty="0"/>
              <a:t>96%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235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4958-684B-0885-BCE9-8DCEB082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DD8DDE7-138E-9B73-3D01-E91A54A82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442005"/>
              </p:ext>
            </p:extLst>
          </p:nvPr>
        </p:nvGraphicFramePr>
        <p:xfrm>
          <a:off x="207818" y="228600"/>
          <a:ext cx="11720946" cy="62622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6060">
                  <a:extLst>
                    <a:ext uri="{9D8B030D-6E8A-4147-A177-3AD203B41FA5}">
                      <a16:colId xmlns:a16="http://schemas.microsoft.com/office/drawing/2014/main" val="3848185471"/>
                    </a:ext>
                  </a:extLst>
                </a:gridCol>
                <a:gridCol w="8948611">
                  <a:extLst>
                    <a:ext uri="{9D8B030D-6E8A-4147-A177-3AD203B41FA5}">
                      <a16:colId xmlns:a16="http://schemas.microsoft.com/office/drawing/2014/main" val="2000671565"/>
                    </a:ext>
                  </a:extLst>
                </a:gridCol>
                <a:gridCol w="2116275">
                  <a:extLst>
                    <a:ext uri="{9D8B030D-6E8A-4147-A177-3AD203B41FA5}">
                      <a16:colId xmlns:a16="http://schemas.microsoft.com/office/drawing/2014/main" val="3699743099"/>
                    </a:ext>
                  </a:extLst>
                </a:gridCol>
              </a:tblGrid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개발 일정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진행률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981592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/>
                        <a:t>리소스 탐색 및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87763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/>
                        <a:t>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19820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인용 캐릭터 이동</a:t>
                      </a:r>
                      <a:r>
                        <a:rPr lang="en-US" altLang="ko-KR" b="1" dirty="0"/>
                        <a:t> </a:t>
                      </a:r>
                      <a:r>
                        <a:rPr lang="ko-KR" altLang="en-US" b="1" dirty="0"/>
                        <a:t>및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198643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대전 상대와 상호작용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588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장애물 낙하 구현 장애물 충돌처리 </a:t>
                      </a:r>
                      <a:r>
                        <a:rPr lang="en-US" altLang="ko-KR" b="1" dirty="0"/>
                        <a:t>–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장애물이 낙하 시작하는 타이밍 미완성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80%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724498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아이템과 능력에 따른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0468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77036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각 객체와 </a:t>
                      </a: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상호작용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335748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버그 수정 및 최종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6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9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1902E96-66A0-656F-4C7F-BA9D3876E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215"/>
            <a:ext cx="12192000" cy="562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4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228</Words>
  <Application>Microsoft Office PowerPoint</Application>
  <PresentationFormat>와이드스크린</PresentationFormat>
  <Paragraphs>66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2D 게임 프로그래밍</vt:lpstr>
      <vt:lpstr>게임 컨셉</vt:lpstr>
      <vt:lpstr>PowerPoint 프레젠테이션</vt:lpstr>
      <vt:lpstr>게임 개발 일정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821023713937</dc:creator>
  <cp:lastModifiedBy>821023713937</cp:lastModifiedBy>
  <cp:revision>2</cp:revision>
  <dcterms:created xsi:type="dcterms:W3CDTF">2025-09-29T07:08:15Z</dcterms:created>
  <dcterms:modified xsi:type="dcterms:W3CDTF">2025-11-09T11:28:41Z</dcterms:modified>
</cp:coreProperties>
</file>